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9EDC-5BFA-634B-983F-99D7CDFAA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1358-454D-AD48-B2A9-082ABEEDD6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E41D7-FEC8-0047-8960-80064C6E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5E870-16CB-0746-8F80-FEC0DCAD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FFA1-36A7-0446-B497-5532ABF0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0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EA8A-9E1B-7A49-A903-7EF29426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71D0E-DFBA-7A44-AA10-9C0BEE32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32C63-C7DB-5149-8AD3-8D33B2BE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B575-EF49-5F49-ABEB-10D38F81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AE7B8-0778-C74C-AA51-0FA87ED1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8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0169-3141-B349-837C-855FB456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2E2DA-CFB2-4F45-ADDC-2B2918BA6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E007C-CB58-8848-9B0F-2EAB4A04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FFE0-FAEE-2544-99E4-B87CCCEB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07B3C-34A5-BD4F-81AE-CDD9ADF5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2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441DB-E1AE-1E48-A715-7A21DB8C1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EA9A-A1FC-814B-87C3-AE80327AD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EF130-944C-334C-BD5C-BB85C2236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EFED1-A618-404E-A8D5-EDBA34685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7E07F-E1B8-4D4B-94F8-96931E83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B2482-882F-5F44-B134-0C2283EF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8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9F36-268E-824E-9438-1C665BCB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E7CC7-3C65-3448-8053-45306D3D6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EE5CB-4E46-4747-8155-E0E058E99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1A41B4-25C3-7C4C-B50E-17C04B37B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74710-9BA4-B141-A52D-FDE76BF0E2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44480-3A4A-104B-9DED-8F6D0CF0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B308B-7462-E441-89CE-D4FEE7EF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33D308-2A2D-5743-AF51-CC3F0295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3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AF51-1FF3-4347-BA7C-62FD4A23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C0A06-A96F-B645-9C6B-E647D5A50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E9538-18BA-2D44-9996-C5299D9F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B34F6-B04D-FC43-892E-1731D237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2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27653-7066-1140-BF4E-EB5A7E9D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2D1FF-DCA0-2F40-AFF1-6B916AA4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11410-DA60-D14D-A0EF-2A920ED8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1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45C7-7654-CE42-81FB-1550F27E6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3873-9450-DB4F-BEC2-F20F6B143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33BDA-1AFE-1E4A-831A-DF67C31E3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B0397-E01E-2D4F-A764-70181A84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4A1D3-BEE0-DA4E-876F-37E3134B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17145-4961-8044-8E77-99BDFC09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80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9418-3035-2348-85C9-0F361B0B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4E8F0-E72D-FB42-BA83-79CD65EF3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23A8E-60A4-D04A-B98C-E0E538C76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82909-550F-E543-8DDE-AAA3B544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C5A03-21B5-4040-AD77-77F2E4CD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DDE12-5ABA-5345-BFFA-9C8AC553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9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3239-7377-3644-8BE2-057BD5AD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9D575-BDCA-FF49-BA80-67E100534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95DF2-C41A-BC4B-8FF7-195A6BB4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62BBF-238E-9344-96D2-2779C340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EF05-8C7A-1947-A1AC-1B3C069E3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47892-EF20-BA41-BE00-BC085A12A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1BB8-C549-AE42-9261-0481D4910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397F2-FB9B-E240-89E4-DEE8C154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901CE-EE82-2F46-B2FB-C440D04E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C115C-8628-514F-9BEA-33FA9D52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7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0C890-0918-4F4B-8936-25CE8203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3612C-401F-3E4C-9CAF-496B4D331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AB48-AF4E-FE45-9D1C-5A0F6FC42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68386-E9B4-2D41-8D26-807F2BC53A13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1A0EC-857F-6544-86CF-25F432C14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195B0-66BD-4049-980A-FA7C06ABB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BF7D9-6BD9-4941-ABD1-175BE7A4D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0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icture frame&#10;&#10;Description automatically generated">
            <a:extLst>
              <a:ext uri="{FF2B5EF4-FFF2-40B4-BE49-F238E27FC236}">
                <a16:creationId xmlns:a16="http://schemas.microsoft.com/office/drawing/2014/main" id="{1357483E-9A09-494A-81C4-756C4024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912" y="3018131"/>
            <a:ext cx="4696082" cy="3825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12D9E-1118-8349-8A42-799F3CB6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995" y="1696995"/>
            <a:ext cx="5161005" cy="5161005"/>
          </a:xfrm>
          <a:prstGeom prst="rect">
            <a:avLst/>
          </a:prstGeom>
        </p:spPr>
      </p:pic>
      <p:pic>
        <p:nvPicPr>
          <p:cNvPr id="11" name="Picture 10" descr="A picture containing light&#10;&#10;Description automatically generated">
            <a:extLst>
              <a:ext uri="{FF2B5EF4-FFF2-40B4-BE49-F238E27FC236}">
                <a16:creationId xmlns:a16="http://schemas.microsoft.com/office/drawing/2014/main" id="{344EA1C6-06FD-1D46-9C71-429813ED9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912" y="0"/>
            <a:ext cx="5500392" cy="3032107"/>
          </a:xfrm>
          <a:prstGeom prst="rect">
            <a:avLst/>
          </a:prstGeom>
        </p:spPr>
      </p:pic>
      <p:pic>
        <p:nvPicPr>
          <p:cNvPr id="7" name="Picture 6" descr="A satellite in space&#10;&#10;Description automatically generated with low confidence">
            <a:extLst>
              <a:ext uri="{FF2B5EF4-FFF2-40B4-BE49-F238E27FC236}">
                <a16:creationId xmlns:a16="http://schemas.microsoft.com/office/drawing/2014/main" id="{1DAC6B68-460E-9F40-860F-AB5505649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994" y="1"/>
            <a:ext cx="5161005" cy="29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81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Eifler, Tim - (timeifler)</dc:creator>
  <cp:lastModifiedBy>Eifler, Tim - (timeifler)</cp:lastModifiedBy>
  <cp:revision>1</cp:revision>
  <dcterms:created xsi:type="dcterms:W3CDTF">2022-02-13T22:26:53Z</dcterms:created>
  <dcterms:modified xsi:type="dcterms:W3CDTF">2022-02-13T22:32:05Z</dcterms:modified>
</cp:coreProperties>
</file>